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org&amp;utm_campaign=parser&amp;utm_content=thumbnail_unscaled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0" r:id="rId6"/>
    <p:sldId id="261" r:id="rId7"/>
    <p:sldId id="264" r:id="rId8"/>
    <p:sldId id="267" r:id="rId9"/>
    <p:sldId id="262" r:id="rId10"/>
    <p:sldId id="263" r:id="rId11"/>
    <p:sldId id="265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C898BA-C9C1-B84B-9846-963A33138733}" v="6" dt="2026-08-04T22:23:06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">
      <pc:chgData name="Toby Donaldson" userId="2e6e5431-bb17-4c41-9985-d39c50d83c73" providerId="ADAL" clId="{F31BC264-820E-54C4-A6D1-F92AF9CC222E}" dt="2026-08-04T22:59:43.965" v="1850" actId="5793"/>
      <pc:docMkLst>
        <pc:docMk/>
      </pc:docMkLst>
      <pc:sldChg chg="delSp modSp mod">
        <pc:chgData name="Toby Donaldson" userId="2e6e5431-bb17-4c41-9985-d39c50d83c73" providerId="ADAL" clId="{F31BC264-820E-54C4-A6D1-F92AF9CC222E}" dt="2026-08-04T22:27:50.790" v="1773" actId="20577"/>
        <pc:sldMkLst>
          <pc:docMk/>
          <pc:sldMk cId="2484418069" sldId="256"/>
        </pc:sldMkLst>
        <pc:spChg chg="mod">
          <ac:chgData name="Toby Donaldson" userId="2e6e5431-bb17-4c41-9985-d39c50d83c73" providerId="ADAL" clId="{F31BC264-820E-54C4-A6D1-F92AF9CC222E}" dt="2026-08-04T21:56:07.858" v="59" actId="1076"/>
          <ac:spMkLst>
            <pc:docMk/>
            <pc:sldMk cId="2484418069" sldId="256"/>
            <ac:spMk id="2" creationId="{506F7356-29B1-6C4F-A387-801D4D53983A}"/>
          </ac:spMkLst>
        </pc:spChg>
        <pc:spChg chg="mod">
          <ac:chgData name="Toby Donaldson" userId="2e6e5431-bb17-4c41-9985-d39c50d83c73" providerId="ADAL" clId="{F31BC264-820E-54C4-A6D1-F92AF9CC222E}" dt="2026-08-04T22:27:50.790" v="1773" actId="20577"/>
          <ac:spMkLst>
            <pc:docMk/>
            <pc:sldMk cId="2484418069" sldId="256"/>
            <ac:spMk id="3" creationId="{EABE2898-6A34-FA3C-E256-C98AEA66F29A}"/>
          </ac:spMkLst>
        </pc:spChg>
        <pc:spChg chg="del">
          <ac:chgData name="Toby Donaldson" userId="2e6e5431-bb17-4c41-9985-d39c50d83c73" providerId="ADAL" clId="{F31BC264-820E-54C4-A6D1-F92AF9CC222E}" dt="2026-08-04T21:56:00.874" v="57" actId="21"/>
          <ac:spMkLst>
            <pc:docMk/>
            <pc:sldMk cId="2484418069" sldId="256"/>
            <ac:spMk id="5" creationId="{13E7DA44-CB05-CA2E-0EB8-C0DB8AC08001}"/>
          </ac:spMkLst>
        </pc:spChg>
        <pc:picChg chg="del">
          <ac:chgData name="Toby Donaldson" userId="2e6e5431-bb17-4c41-9985-d39c50d83c73" providerId="ADAL" clId="{F31BC264-820E-54C4-A6D1-F92AF9CC222E}" dt="2026-08-04T21:56:00.874" v="57" actId="21"/>
          <ac:picMkLst>
            <pc:docMk/>
            <pc:sldMk cId="2484418069" sldId="256"/>
            <ac:picMk id="4" creationId="{6C118838-D051-2B72-06CD-9669961C4B7C}"/>
          </ac:picMkLst>
        </pc:picChg>
        <pc:picChg chg="del">
          <ac:chgData name="Toby Donaldson" userId="2e6e5431-bb17-4c41-9985-d39c50d83c73" providerId="ADAL" clId="{F31BC264-820E-54C4-A6D1-F92AF9CC222E}" dt="2026-08-04T21:56:02.388" v="58" actId="21"/>
          <ac:picMkLst>
            <pc:docMk/>
            <pc:sldMk cId="2484418069" sldId="256"/>
            <ac:picMk id="6" creationId="{DE4F4967-F13E-E4E1-5C09-CE7A39000833}"/>
          </ac:picMkLst>
        </pc:picChg>
      </pc:sldChg>
      <pc:sldChg chg="modSp mod ord">
        <pc:chgData name="Toby Donaldson" userId="2e6e5431-bb17-4c41-9985-d39c50d83c73" providerId="ADAL" clId="{F31BC264-820E-54C4-A6D1-F92AF9CC222E}" dt="2026-08-04T22:15:41.905" v="581" actId="20578"/>
        <pc:sldMkLst>
          <pc:docMk/>
          <pc:sldMk cId="3050217327" sldId="257"/>
        </pc:sldMkLst>
        <pc:spChg chg="mod">
          <ac:chgData name="Toby Donaldson" userId="2e6e5431-bb17-4c41-9985-d39c50d83c73" providerId="ADAL" clId="{F31BC264-820E-54C4-A6D1-F92AF9CC222E}" dt="2026-08-04T21:56:18.357" v="65" actId="20577"/>
          <ac:spMkLst>
            <pc:docMk/>
            <pc:sldMk cId="3050217327" sldId="257"/>
            <ac:spMk id="2" creationId="{78D805A5-B11C-5B38-8C79-91D3A2D027FF}"/>
          </ac:spMkLst>
        </pc:spChg>
        <pc:spChg chg="mod">
          <ac:chgData name="Toby Donaldson" userId="2e6e5431-bb17-4c41-9985-d39c50d83c73" providerId="ADAL" clId="{F31BC264-820E-54C4-A6D1-F92AF9CC222E}" dt="2026-08-04T22:00:21.664" v="277" actId="20577"/>
          <ac:spMkLst>
            <pc:docMk/>
            <pc:sldMk cId="3050217327" sldId="257"/>
            <ac:spMk id="3" creationId="{6300D8FB-98FC-26DA-8832-DB74162B0E75}"/>
          </ac:spMkLst>
        </pc:spChg>
      </pc:sldChg>
      <pc:sldChg chg="modSp mod">
        <pc:chgData name="Toby Donaldson" userId="2e6e5431-bb17-4c41-9985-d39c50d83c73" providerId="ADAL" clId="{F31BC264-820E-54C4-A6D1-F92AF9CC222E}" dt="2026-08-04T22:03:53.764" v="441" actId="20577"/>
        <pc:sldMkLst>
          <pc:docMk/>
          <pc:sldMk cId="1405982413" sldId="258"/>
        </pc:sldMkLst>
        <pc:spChg chg="mod">
          <ac:chgData name="Toby Donaldson" userId="2e6e5431-bb17-4c41-9985-d39c50d83c73" providerId="ADAL" clId="{F31BC264-820E-54C4-A6D1-F92AF9CC222E}" dt="2026-08-04T22:03:53.764" v="441" actId="20577"/>
          <ac:spMkLst>
            <pc:docMk/>
            <pc:sldMk cId="1405982413" sldId="258"/>
            <ac:spMk id="2" creationId="{FEF6184A-869F-E373-D439-CFEE026196E6}"/>
          </ac:spMkLst>
        </pc:spChg>
      </pc:sldChg>
      <pc:sldChg chg="addSp delSp modSp del mod">
        <pc:chgData name="Toby Donaldson" userId="2e6e5431-bb17-4c41-9985-d39c50d83c73" providerId="ADAL" clId="{F31BC264-820E-54C4-A6D1-F92AF9CC222E}" dt="2026-08-04T22:02:07.953" v="300" actId="2696"/>
        <pc:sldMkLst>
          <pc:docMk/>
          <pc:sldMk cId="137913658" sldId="259"/>
        </pc:sldMkLst>
        <pc:spChg chg="mod">
          <ac:chgData name="Toby Donaldson" userId="2e6e5431-bb17-4c41-9985-d39c50d83c73" providerId="ADAL" clId="{F31BC264-820E-54C4-A6D1-F92AF9CC222E}" dt="2026-08-04T22:01:38.435" v="292" actId="20577"/>
          <ac:spMkLst>
            <pc:docMk/>
            <pc:sldMk cId="137913658" sldId="259"/>
            <ac:spMk id="2" creationId="{36368CCD-84F9-8365-0B08-7A3142D3AAAE}"/>
          </ac:spMkLst>
        </pc:spChg>
        <pc:spChg chg="add del">
          <ac:chgData name="Toby Donaldson" userId="2e6e5431-bb17-4c41-9985-d39c50d83c73" providerId="ADAL" clId="{F31BC264-820E-54C4-A6D1-F92AF9CC222E}" dt="2026-08-04T22:01:55.478" v="299" actId="21"/>
          <ac:spMkLst>
            <pc:docMk/>
            <pc:sldMk cId="137913658" sldId="259"/>
            <ac:spMk id="5" creationId="{AAFBD623-5951-2FDF-0C0B-EEC62B3A56CB}"/>
          </ac:spMkLst>
        </pc:spChg>
        <pc:spChg chg="add del mod">
          <ac:chgData name="Toby Donaldson" userId="2e6e5431-bb17-4c41-9985-d39c50d83c73" providerId="ADAL" clId="{F31BC264-820E-54C4-A6D1-F92AF9CC222E}" dt="2026-08-04T22:01:51.797" v="298" actId="1076"/>
          <ac:spMkLst>
            <pc:docMk/>
            <pc:sldMk cId="137913658" sldId="259"/>
            <ac:spMk id="6" creationId="{920828C8-A6EC-2D42-305D-C45E3A88997A}"/>
          </ac:spMkLst>
        </pc:spChg>
        <pc:picChg chg="del">
          <ac:chgData name="Toby Donaldson" userId="2e6e5431-bb17-4c41-9985-d39c50d83c73" providerId="ADAL" clId="{F31BC264-820E-54C4-A6D1-F92AF9CC222E}" dt="2026-08-04T22:00:03.802" v="266" actId="21"/>
          <ac:picMkLst>
            <pc:docMk/>
            <pc:sldMk cId="137913658" sldId="259"/>
            <ac:picMk id="4" creationId="{FC16330E-46D3-5AFD-7B2D-07A271028216}"/>
          </ac:picMkLst>
        </pc:picChg>
      </pc:sldChg>
      <pc:sldChg chg="modSp mod">
        <pc:chgData name="Toby Donaldson" userId="2e6e5431-bb17-4c41-9985-d39c50d83c73" providerId="ADAL" clId="{F31BC264-820E-54C4-A6D1-F92AF9CC222E}" dt="2026-08-04T22:03:47.097" v="440" actId="20577"/>
        <pc:sldMkLst>
          <pc:docMk/>
          <pc:sldMk cId="2062731186" sldId="260"/>
        </pc:sldMkLst>
        <pc:spChg chg="mod">
          <ac:chgData name="Toby Donaldson" userId="2e6e5431-bb17-4c41-9985-d39c50d83c73" providerId="ADAL" clId="{F31BC264-820E-54C4-A6D1-F92AF9CC222E}" dt="2026-08-04T22:03:47.097" v="440" actId="20577"/>
          <ac:spMkLst>
            <pc:docMk/>
            <pc:sldMk cId="2062731186" sldId="260"/>
            <ac:spMk id="2" creationId="{7EE02C96-DFCB-E5D1-FE14-5AD5FEBA6ED9}"/>
          </ac:spMkLst>
        </pc:spChg>
      </pc:sldChg>
      <pc:sldChg chg="addSp delSp modSp mod">
        <pc:chgData name="Toby Donaldson" userId="2e6e5431-bb17-4c41-9985-d39c50d83c73" providerId="ADAL" clId="{F31BC264-820E-54C4-A6D1-F92AF9CC222E}" dt="2026-08-04T22:08:22.967" v="477" actId="1076"/>
        <pc:sldMkLst>
          <pc:docMk/>
          <pc:sldMk cId="3913050990" sldId="261"/>
        </pc:sldMkLst>
        <pc:spChg chg="mod">
          <ac:chgData name="Toby Donaldson" userId="2e6e5431-bb17-4c41-9985-d39c50d83c73" providerId="ADAL" clId="{F31BC264-820E-54C4-A6D1-F92AF9CC222E}" dt="2026-08-04T22:07:48.659" v="468"/>
          <ac:spMkLst>
            <pc:docMk/>
            <pc:sldMk cId="3913050990" sldId="261"/>
            <ac:spMk id="2" creationId="{8C7B949F-D6D7-DB36-7913-3865C81C8DC4}"/>
          </ac:spMkLst>
        </pc:spChg>
        <pc:spChg chg="add del mod">
          <ac:chgData name="Toby Donaldson" userId="2e6e5431-bb17-4c41-9985-d39c50d83c73" providerId="ADAL" clId="{F31BC264-820E-54C4-A6D1-F92AF9CC222E}" dt="2026-08-04T22:07:35.257" v="467" actId="21"/>
          <ac:spMkLst>
            <pc:docMk/>
            <pc:sldMk cId="3913050990" sldId="261"/>
            <ac:spMk id="5" creationId="{8E43A722-A62D-A56B-BF10-CE0E213ADA9B}"/>
          </ac:spMkLst>
        </pc:spChg>
        <pc:spChg chg="mod">
          <ac:chgData name="Toby Donaldson" userId="2e6e5431-bb17-4c41-9985-d39c50d83c73" providerId="ADAL" clId="{F31BC264-820E-54C4-A6D1-F92AF9CC222E}" dt="2026-08-04T22:07:19.003" v="465" actId="14100"/>
          <ac:spMkLst>
            <pc:docMk/>
            <pc:sldMk cId="3913050990" sldId="261"/>
            <ac:spMk id="6" creationId="{79F44966-F44E-EC87-8AFB-88AA24503133}"/>
          </ac:spMkLst>
        </pc:spChg>
        <pc:picChg chg="del">
          <ac:chgData name="Toby Donaldson" userId="2e6e5431-bb17-4c41-9985-d39c50d83c73" providerId="ADAL" clId="{F31BC264-820E-54C4-A6D1-F92AF9CC222E}" dt="2026-08-04T22:07:32.612" v="466" actId="21"/>
          <ac:picMkLst>
            <pc:docMk/>
            <pc:sldMk cId="3913050990" sldId="261"/>
            <ac:picMk id="4" creationId="{3DC423E4-D9F8-4616-F81A-8F21218D6F80}"/>
          </ac:picMkLst>
        </pc:picChg>
        <pc:picChg chg="add mod">
          <ac:chgData name="Toby Donaldson" userId="2e6e5431-bb17-4c41-9985-d39c50d83c73" providerId="ADAL" clId="{F31BC264-820E-54C4-A6D1-F92AF9CC222E}" dt="2026-08-04T22:08:22.967" v="477" actId="1076"/>
          <ac:picMkLst>
            <pc:docMk/>
            <pc:sldMk cId="3913050990" sldId="261"/>
            <ac:picMk id="7" creationId="{A4CC8E85-A69F-7BA0-A425-3FDC1560E9E1}"/>
          </ac:picMkLst>
        </pc:picChg>
      </pc:sldChg>
      <pc:sldChg chg="modSp mod ord">
        <pc:chgData name="Toby Donaldson" userId="2e6e5431-bb17-4c41-9985-d39c50d83c73" providerId="ADAL" clId="{F31BC264-820E-54C4-A6D1-F92AF9CC222E}" dt="2026-08-04T22:15:15.804" v="579" actId="20578"/>
        <pc:sldMkLst>
          <pc:docMk/>
          <pc:sldMk cId="1790862203" sldId="262"/>
        </pc:sldMkLst>
        <pc:spChg chg="mod">
          <ac:chgData name="Toby Donaldson" userId="2e6e5431-bb17-4c41-9985-d39c50d83c73" providerId="ADAL" clId="{F31BC264-820E-54C4-A6D1-F92AF9CC222E}" dt="2026-08-04T22:10:51.615" v="537" actId="20577"/>
          <ac:spMkLst>
            <pc:docMk/>
            <pc:sldMk cId="1790862203" sldId="262"/>
            <ac:spMk id="2" creationId="{8A5B8A65-BFCD-20AD-8AE4-29409122AD63}"/>
          </ac:spMkLst>
        </pc:spChg>
      </pc:sldChg>
      <pc:sldChg chg="addSp delSp modSp mod ord">
        <pc:chgData name="Toby Donaldson" userId="2e6e5431-bb17-4c41-9985-d39c50d83c73" providerId="ADAL" clId="{F31BC264-820E-54C4-A6D1-F92AF9CC222E}" dt="2026-08-04T22:15:12.773" v="578" actId="20578"/>
        <pc:sldMkLst>
          <pc:docMk/>
          <pc:sldMk cId="1227084401" sldId="263"/>
        </pc:sldMkLst>
        <pc:spChg chg="mod">
          <ac:chgData name="Toby Donaldson" userId="2e6e5431-bb17-4c41-9985-d39c50d83c73" providerId="ADAL" clId="{F31BC264-820E-54C4-A6D1-F92AF9CC222E}" dt="2026-08-04T22:11:01.626" v="539"/>
          <ac:spMkLst>
            <pc:docMk/>
            <pc:sldMk cId="1227084401" sldId="263"/>
            <ac:spMk id="2" creationId="{09601E54-24BF-222D-12B6-043679951841}"/>
          </ac:spMkLst>
        </pc:spChg>
        <pc:spChg chg="add del mod">
          <ac:chgData name="Toby Donaldson" userId="2e6e5431-bb17-4c41-9985-d39c50d83c73" providerId="ADAL" clId="{F31BC264-820E-54C4-A6D1-F92AF9CC222E}" dt="2026-08-04T22:11:04.449" v="540" actId="21"/>
          <ac:spMkLst>
            <pc:docMk/>
            <pc:sldMk cId="1227084401" sldId="263"/>
            <ac:spMk id="5" creationId="{A877282C-8747-EAAA-144D-C47154FA809E}"/>
          </ac:spMkLst>
        </pc:spChg>
        <pc:picChg chg="del">
          <ac:chgData name="Toby Donaldson" userId="2e6e5431-bb17-4c41-9985-d39c50d83c73" providerId="ADAL" clId="{F31BC264-820E-54C4-A6D1-F92AF9CC222E}" dt="2026-08-04T22:10:54.913" v="538" actId="21"/>
          <ac:picMkLst>
            <pc:docMk/>
            <pc:sldMk cId="1227084401" sldId="263"/>
            <ac:picMk id="4" creationId="{EE46C32A-EC05-BD73-18BD-6F0EA2EE4A67}"/>
          </ac:picMkLst>
        </pc:picChg>
        <pc:picChg chg="add mod">
          <ac:chgData name="Toby Donaldson" userId="2e6e5431-bb17-4c41-9985-d39c50d83c73" providerId="ADAL" clId="{F31BC264-820E-54C4-A6D1-F92AF9CC222E}" dt="2026-08-04T22:11:59.252" v="543" actId="1076"/>
          <ac:picMkLst>
            <pc:docMk/>
            <pc:sldMk cId="1227084401" sldId="263"/>
            <ac:picMk id="6" creationId="{9DA14B64-1E04-FB2B-4C98-A021A4514625}"/>
          </ac:picMkLst>
        </pc:picChg>
        <pc:picChg chg="add mod">
          <ac:chgData name="Toby Donaldson" userId="2e6e5431-bb17-4c41-9985-d39c50d83c73" providerId="ADAL" clId="{F31BC264-820E-54C4-A6D1-F92AF9CC222E}" dt="2026-08-04T22:12:18.954" v="548" actId="14100"/>
          <ac:picMkLst>
            <pc:docMk/>
            <pc:sldMk cId="1227084401" sldId="263"/>
            <ac:picMk id="7" creationId="{D692C24A-965B-5AC0-126D-5FE106C89DA4}"/>
          </ac:picMkLst>
        </pc:picChg>
      </pc:sldChg>
      <pc:sldChg chg="modSp mod">
        <pc:chgData name="Toby Donaldson" userId="2e6e5431-bb17-4c41-9985-d39c50d83c73" providerId="ADAL" clId="{F31BC264-820E-54C4-A6D1-F92AF9CC222E}" dt="2026-08-04T22:12:29.463" v="552" actId="20577"/>
        <pc:sldMkLst>
          <pc:docMk/>
          <pc:sldMk cId="3710380324" sldId="264"/>
        </pc:sldMkLst>
        <pc:spChg chg="mod">
          <ac:chgData name="Toby Donaldson" userId="2e6e5431-bb17-4c41-9985-d39c50d83c73" providerId="ADAL" clId="{F31BC264-820E-54C4-A6D1-F92AF9CC222E}" dt="2026-08-04T22:12:29.463" v="552" actId="20577"/>
          <ac:spMkLst>
            <pc:docMk/>
            <pc:sldMk cId="3710380324" sldId="264"/>
            <ac:spMk id="2" creationId="{63778ADF-F16C-61B6-20FE-BE39D71EE487}"/>
          </ac:spMkLst>
        </pc:spChg>
      </pc:sldChg>
      <pc:sldChg chg="modSp mod">
        <pc:chgData name="Toby Donaldson" userId="2e6e5431-bb17-4c41-9985-d39c50d83c73" providerId="ADAL" clId="{F31BC264-820E-54C4-A6D1-F92AF9CC222E}" dt="2026-08-04T22:21:37.530" v="1202" actId="20577"/>
        <pc:sldMkLst>
          <pc:docMk/>
          <pc:sldMk cId="3540114793" sldId="265"/>
        </pc:sldMkLst>
        <pc:spChg chg="mod">
          <ac:chgData name="Toby Donaldson" userId="2e6e5431-bb17-4c41-9985-d39c50d83c73" providerId="ADAL" clId="{F31BC264-820E-54C4-A6D1-F92AF9CC222E}" dt="2026-08-04T22:16:01.237" v="587" actId="20577"/>
          <ac:spMkLst>
            <pc:docMk/>
            <pc:sldMk cId="3540114793" sldId="265"/>
            <ac:spMk id="2" creationId="{75F31E91-D720-B5B8-BBB5-88306D585092}"/>
          </ac:spMkLst>
        </pc:spChg>
        <pc:spChg chg="mod">
          <ac:chgData name="Toby Donaldson" userId="2e6e5431-bb17-4c41-9985-d39c50d83c73" providerId="ADAL" clId="{F31BC264-820E-54C4-A6D1-F92AF9CC222E}" dt="2026-08-04T22:21:37.530" v="1202" actId="20577"/>
          <ac:spMkLst>
            <pc:docMk/>
            <pc:sldMk cId="3540114793" sldId="265"/>
            <ac:spMk id="3" creationId="{19A6E4DF-67DF-3720-EFD8-AFF37F430FB5}"/>
          </ac:spMkLst>
        </pc:spChg>
      </pc:sldChg>
      <pc:sldChg chg="del">
        <pc:chgData name="Toby Donaldson" userId="2e6e5431-bb17-4c41-9985-d39c50d83c73" providerId="ADAL" clId="{F31BC264-820E-54C4-A6D1-F92AF9CC222E}" dt="2026-08-04T22:16:06.877" v="588" actId="2696"/>
        <pc:sldMkLst>
          <pc:docMk/>
          <pc:sldMk cId="788701722" sldId="266"/>
        </pc:sldMkLst>
      </pc:sldChg>
      <pc:sldChg chg="addSp delSp modSp mod">
        <pc:chgData name="Toby Donaldson" userId="2e6e5431-bb17-4c41-9985-d39c50d83c73" providerId="ADAL" clId="{F31BC264-820E-54C4-A6D1-F92AF9CC222E}" dt="2026-08-04T22:53:51.260" v="1774" actId="113"/>
        <pc:sldMkLst>
          <pc:docMk/>
          <pc:sldMk cId="2642426029" sldId="267"/>
        </pc:sldMkLst>
        <pc:spChg chg="mod">
          <ac:chgData name="Toby Donaldson" userId="2e6e5431-bb17-4c41-9985-d39c50d83c73" providerId="ADAL" clId="{F31BC264-820E-54C4-A6D1-F92AF9CC222E}" dt="2026-08-04T22:12:33.539" v="556" actId="20577"/>
          <ac:spMkLst>
            <pc:docMk/>
            <pc:sldMk cId="2642426029" sldId="267"/>
            <ac:spMk id="2" creationId="{52D09330-8F09-60B0-0AEE-81BF2F5C341A}"/>
          </ac:spMkLst>
        </pc:spChg>
        <pc:spChg chg="mod">
          <ac:chgData name="Toby Donaldson" userId="2e6e5431-bb17-4c41-9985-d39c50d83c73" providerId="ADAL" clId="{F31BC264-820E-54C4-A6D1-F92AF9CC222E}" dt="2026-08-04T22:53:51.260" v="1774" actId="113"/>
          <ac:spMkLst>
            <pc:docMk/>
            <pc:sldMk cId="2642426029" sldId="267"/>
            <ac:spMk id="7" creationId="{6E54D935-BA9D-8FE0-2D63-7A72F03D481B}"/>
          </ac:spMkLst>
        </pc:spChg>
        <pc:spChg chg="add del mod">
          <ac:chgData name="Toby Donaldson" userId="2e6e5431-bb17-4c41-9985-d39c50d83c73" providerId="ADAL" clId="{F31BC264-820E-54C4-A6D1-F92AF9CC222E}" dt="2026-08-04T22:14:40.414" v="572" actId="21"/>
          <ac:spMkLst>
            <pc:docMk/>
            <pc:sldMk cId="2642426029" sldId="267"/>
            <ac:spMk id="8" creationId="{A1F2F5DF-310D-9245-6C85-DE22EB82A47F}"/>
          </ac:spMkLst>
        </pc:spChg>
        <pc:picChg chg="add mod">
          <ac:chgData name="Toby Donaldson" userId="2e6e5431-bb17-4c41-9985-d39c50d83c73" providerId="ADAL" clId="{F31BC264-820E-54C4-A6D1-F92AF9CC222E}" dt="2026-08-04T22:14:51.687" v="577" actId="1076"/>
          <ac:picMkLst>
            <pc:docMk/>
            <pc:sldMk cId="2642426029" sldId="267"/>
            <ac:picMk id="3" creationId="{98D5FF4F-4B15-9078-1913-27A7126B9570}"/>
          </ac:picMkLst>
        </pc:picChg>
        <pc:picChg chg="del">
          <ac:chgData name="Toby Donaldson" userId="2e6e5431-bb17-4c41-9985-d39c50d83c73" providerId="ADAL" clId="{F31BC264-820E-54C4-A6D1-F92AF9CC222E}" dt="2026-08-04T22:14:34.621" v="570" actId="21"/>
          <ac:picMkLst>
            <pc:docMk/>
            <pc:sldMk cId="2642426029" sldId="267"/>
            <ac:picMk id="4" creationId="{0863D9B8-FE04-EEC0-3E85-2798C535054E}"/>
          </ac:picMkLst>
        </pc:picChg>
        <pc:picChg chg="del">
          <ac:chgData name="Toby Donaldson" userId="2e6e5431-bb17-4c41-9985-d39c50d83c73" providerId="ADAL" clId="{F31BC264-820E-54C4-A6D1-F92AF9CC222E}" dt="2026-08-04T22:14:37.963" v="571" actId="21"/>
          <ac:picMkLst>
            <pc:docMk/>
            <pc:sldMk cId="2642426029" sldId="267"/>
            <ac:picMk id="5" creationId="{FA0EDDCF-0EFA-7EFC-FF4D-E3FE38D6D3CF}"/>
          </ac:picMkLst>
        </pc:picChg>
      </pc:sldChg>
      <pc:sldChg chg="addSp modSp new mod">
        <pc:chgData name="Toby Donaldson" userId="2e6e5431-bb17-4c41-9985-d39c50d83c73" providerId="ADAL" clId="{F31BC264-820E-54C4-A6D1-F92AF9CC222E}" dt="2026-08-04T22:54:00.153" v="1775" actId="113"/>
        <pc:sldMkLst>
          <pc:docMk/>
          <pc:sldMk cId="1432864541" sldId="268"/>
        </pc:sldMkLst>
        <pc:spChg chg="mod">
          <ac:chgData name="Toby Donaldson" userId="2e6e5431-bb17-4c41-9985-d39c50d83c73" providerId="ADAL" clId="{F31BC264-820E-54C4-A6D1-F92AF9CC222E}" dt="2026-08-04T22:03:58.953" v="442" actId="20577"/>
          <ac:spMkLst>
            <pc:docMk/>
            <pc:sldMk cId="1432864541" sldId="268"/>
            <ac:spMk id="2" creationId="{05595499-2F4B-CD80-B248-0ED224B2AEB3}"/>
          </ac:spMkLst>
        </pc:spChg>
        <pc:spChg chg="mod">
          <ac:chgData name="Toby Donaldson" userId="2e6e5431-bb17-4c41-9985-d39c50d83c73" providerId="ADAL" clId="{F31BC264-820E-54C4-A6D1-F92AF9CC222E}" dt="2026-08-04T22:54:00.153" v="1775" actId="113"/>
          <ac:spMkLst>
            <pc:docMk/>
            <pc:sldMk cId="1432864541" sldId="268"/>
            <ac:spMk id="3" creationId="{F54B15A6-16FA-2FC2-4314-E20A36C19FFE}"/>
          </ac:spMkLst>
        </pc:spChg>
        <pc:picChg chg="add mod">
          <ac:chgData name="Toby Donaldson" userId="2e6e5431-bb17-4c41-9985-d39c50d83c73" providerId="ADAL" clId="{F31BC264-820E-54C4-A6D1-F92AF9CC222E}" dt="2026-08-04T22:03:39.111" v="432" actId="14100"/>
          <ac:picMkLst>
            <pc:docMk/>
            <pc:sldMk cId="1432864541" sldId="268"/>
            <ac:picMk id="4" creationId="{85150D27-65CA-4269-E20A-A155A6993C2E}"/>
          </ac:picMkLst>
        </pc:picChg>
      </pc:sldChg>
      <pc:sldChg chg="modSp add mod">
        <pc:chgData name="Toby Donaldson" userId="2e6e5431-bb17-4c41-9985-d39c50d83c73" providerId="ADAL" clId="{F31BC264-820E-54C4-A6D1-F92AF9CC222E}" dt="2026-08-04T22:59:43.965" v="1850" actId="5793"/>
        <pc:sldMkLst>
          <pc:docMk/>
          <pc:sldMk cId="192062247" sldId="269"/>
        </pc:sldMkLst>
        <pc:spChg chg="mod">
          <ac:chgData name="Toby Donaldson" userId="2e6e5431-bb17-4c41-9985-d39c50d83c73" providerId="ADAL" clId="{F31BC264-820E-54C4-A6D1-F92AF9CC222E}" dt="2026-08-04T22:59:43.965" v="1850" actId="5793"/>
          <ac:spMkLst>
            <pc:docMk/>
            <pc:sldMk cId="192062247" sldId="269"/>
            <ac:spMk id="3" creationId="{5E99B0E3-B036-70FB-0206-AEDC1AE0E92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A02A-E83E-CFB2-151C-41873A6CC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F9D4B-25E8-69EE-714B-CF6479587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ABAE1-C351-101A-FD01-AB87DB60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58F08-7CDB-B5E8-56F3-D043C27B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B64E4-3539-D50C-0299-68A7DE6C9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18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443E-AD49-4979-3869-209FE968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0A98C-60F7-444B-67D8-59D947892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66946-CD29-7C8F-6B6F-DC154F6B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9C898-75D7-5A06-6071-FFDB48090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5E78F-FBDB-2070-157B-6A888687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3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13FF-AEFA-3D8C-8F21-515153AC5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42041-2593-0604-B385-0B0689E74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EFDFF-F3F9-3BF9-1D0C-F26C6FB29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3ED02-7914-F0E2-F802-515F40E81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622B1-53D2-6BC7-F5D6-64475405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2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B55C6-3CD0-0994-B6A8-B35DC719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2DBE4-F43A-7000-ACA9-14D19CF0D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48889-2C7A-CD74-B6BC-8D1E497EE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51D67-346C-6F2E-78CB-C02FCCAC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267FB-86E5-E64C-6434-E0F81D14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2F178-2C7A-8BBA-09DF-492378F0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8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BF37-4EC9-7531-6018-684178A98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8753C-092A-23E6-71F9-CA834CF6E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F3CA6-71CC-2D9F-3F2A-5E439D25C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087FA9-72A7-1D58-D1C3-3242D33B7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E98831-B52F-2A0E-DB22-5C486640A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E3C27-3429-6635-0FE1-DD8C25546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01079B-CFF4-4254-1C87-AF80516F0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1360A2-DD15-8839-0FFF-D7B9BC03F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41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9992-6A6D-7F6E-9958-D68C51A5F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CDF67D-4E8E-B11C-8EC9-DFF3F0ADF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5B98BA-F449-CF16-4609-A07CC18AE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6F10F-43C4-E39B-F110-5E3B73E7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3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339B14-4C63-19C1-E5D2-4EC16E5D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66EBEE-AD1F-C208-96BB-5CA76F6CB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E3B53-29F4-5A62-64D3-3A22C3D2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04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E4414-D21D-D9DD-B97E-D105071DE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55DE6-618F-2D8F-4937-F9B599FD9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0000B-46B6-63BD-303B-8AF6FF532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22B916-70AC-B627-AC84-1F533B72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44F99-B9CA-E572-B1BD-3113CFAFA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BCDBE-EA14-3E19-5853-1BF9EC43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C7EB-29D7-CD69-0B90-59A3DCACB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A568EF-BFA5-9AF2-6511-DB61D97C4D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D07269-482B-E487-5FA2-51CABD710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49D2-F96B-4E53-9D93-24A21143E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B74CD-7787-553D-0DE7-0EA8F5D3B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FCE9FB-CC3B-FDE9-0E8B-86C2E0D0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DE56E-AC21-1FE7-6B24-A936781A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4385C-18E8-B5FE-4F41-A2DBFD442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D1206-580F-774C-06BB-2826E324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7DF92-B6CF-831E-74A6-B1D5E8F41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52D87-0B48-A3C9-E044-14B910F22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4E2373-C0E8-F0F6-3CFF-3DE230F00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1B003-F563-725E-9226-591A56BE3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22D35-2039-512C-D736-D88D022E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CF0D-8778-A843-8CA9-D7C59F6EE099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4E61F-F470-8C34-04E2-53D1A5642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0C6B5-C7B8-04DA-560A-64C971EE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12410-13E0-A78A-AB91-B9F69B512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17546-B76F-850A-2DBA-220A13FE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B8A5A-F35F-4A8E-A73F-B3C175C3C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9CF0D-8778-A843-8CA9-D7C59F6EE099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E7A21-A670-9C8B-0400-5E2B94FDD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D1ED8-9267-1305-8B09-EFD7C7B19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653A5-F245-854B-B210-F36357A05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org&amp;utm_campaign=parser&amp;utm_content=thumbnail_unscaled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F7356-29B1-6C4F-A387-801D4D539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7785" y="1212798"/>
            <a:ext cx="9144000" cy="2387600"/>
          </a:xfrm>
        </p:spPr>
        <p:txBody>
          <a:bodyPr/>
          <a:lstStyle/>
          <a:p>
            <a:r>
              <a:rPr lang="en-US" dirty="0"/>
              <a:t>Prolog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E2898-6A34-FA3C-E256-C98AEA66F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7785" y="3692473"/>
            <a:ext cx="9144000" cy="1655762"/>
          </a:xfrm>
        </p:spPr>
        <p:txBody>
          <a:bodyPr/>
          <a:lstStyle/>
          <a:p>
            <a:r>
              <a:rPr lang="en-US" dirty="0"/>
              <a:t>A declarative language based on first-order logic</a:t>
            </a:r>
          </a:p>
          <a:p>
            <a:r>
              <a:rPr lang="en-US" dirty="0"/>
              <a:t>1972</a:t>
            </a:r>
          </a:p>
        </p:txBody>
      </p:sp>
    </p:spTree>
    <p:extLst>
      <p:ext uri="{BB962C8B-B14F-4D97-AF65-F5344CB8AC3E}">
        <p14:creationId xmlns:p14="http://schemas.microsoft.com/office/powerpoint/2010/main" val="248441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05A5-B11C-5B38-8C79-91D3A2D02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0D8FB-98FC-26DA-8832-DB74162B0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Prolog programming language first appeared in </a:t>
            </a:r>
            <a:r>
              <a:rPr lang="en-US" b="1" dirty="0"/>
              <a:t>1972</a:t>
            </a:r>
            <a:r>
              <a:rPr lang="en-US" dirty="0"/>
              <a:t> 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... Watergate burglars arrested (leading to resignation of US President Richard Nixon)</a:t>
            </a:r>
          </a:p>
          <a:p>
            <a:pPr marL="0" indent="0">
              <a:buNone/>
            </a:pPr>
            <a:r>
              <a:rPr lang="en-US" dirty="0"/>
              <a:t>… Apollo 19 returned to Earth, the last moon landing</a:t>
            </a:r>
          </a:p>
        </p:txBody>
      </p:sp>
    </p:spTree>
    <p:extLst>
      <p:ext uri="{BB962C8B-B14F-4D97-AF65-F5344CB8AC3E}">
        <p14:creationId xmlns:p14="http://schemas.microsoft.com/office/powerpoint/2010/main" val="305021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184A-869F-E373-D439-CFEE0261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1972 Top Grossing Movie</a:t>
            </a:r>
          </a:p>
        </p:txBody>
      </p:sp>
    </p:spTree>
    <p:extLst>
      <p:ext uri="{BB962C8B-B14F-4D97-AF65-F5344CB8AC3E}">
        <p14:creationId xmlns:p14="http://schemas.microsoft.com/office/powerpoint/2010/main" val="140598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95499-2F4B-CD80-B248-0ED224B2A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1972 Top Grossing Movie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B15A6-16FA-2FC2-4314-E20A36C19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The Godfather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Poseidon Adventure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What’s Up, Doc?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Deliverance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Jeremiah Johnson</a:t>
            </a:r>
          </a:p>
        </p:txBody>
      </p:sp>
      <p:pic>
        <p:nvPicPr>
          <p:cNvPr id="4" name="Picture 3" descr="&quot;The Godfather&quot; written on a black background in stylized white lettering, above it, a hand holds puppet strings.">
            <a:extLst>
              <a:ext uri="{FF2B5EF4-FFF2-40B4-BE49-F238E27FC236}">
                <a16:creationId xmlns:a16="http://schemas.microsoft.com/office/drawing/2014/main" id="{85150D27-65CA-4269-E20A-A155A6993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833" y="849530"/>
            <a:ext cx="3862335" cy="581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6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2C96-DFCB-E5D1-FE14-5AD5FEBA6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Song of 1972</a:t>
            </a:r>
          </a:p>
        </p:txBody>
      </p:sp>
    </p:spTree>
    <p:extLst>
      <p:ext uri="{BB962C8B-B14F-4D97-AF65-F5344CB8AC3E}">
        <p14:creationId xmlns:p14="http://schemas.microsoft.com/office/powerpoint/2010/main" val="2062731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55B24-BE5C-C280-B4E1-F0A7A4F7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949F-D6D7-DB36-7913-3865C81C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 Song of 1972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44966-F44E-EC87-8AFB-88AA24503133}"/>
              </a:ext>
            </a:extLst>
          </p:cNvPr>
          <p:cNvSpPr txBox="1"/>
          <p:nvPr/>
        </p:nvSpPr>
        <p:spPr>
          <a:xfrm>
            <a:off x="5812838" y="1690688"/>
            <a:ext cx="637916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b="1" dirty="0"/>
              <a:t>1. "The First Time Ever I Saw Your Face" Roberta Flack</a:t>
            </a:r>
            <a:r>
              <a:rPr lang="en-CA" sz="2000" dirty="0"/>
              <a:t> </a:t>
            </a:r>
          </a:p>
          <a:p>
            <a:r>
              <a:rPr lang="en-CA" sz="2000" dirty="0"/>
              <a:t>2. "Alone Again (Naturally)" Gilbert O'Sullivan </a:t>
            </a:r>
          </a:p>
          <a:p>
            <a:r>
              <a:rPr lang="en-CA" sz="2000" dirty="0"/>
              <a:t>3. "American Pie" Don McLean </a:t>
            </a:r>
          </a:p>
          <a:p>
            <a:r>
              <a:rPr lang="en-CA" sz="2000" dirty="0"/>
              <a:t>4. "Without You" Harry Nilsson </a:t>
            </a:r>
          </a:p>
          <a:p>
            <a:r>
              <a:rPr lang="en-CA" sz="2000" dirty="0"/>
              <a:t>5. "The Candy Man" Sammy Davis Jr. </a:t>
            </a:r>
          </a:p>
          <a:p>
            <a:r>
              <a:rPr lang="en-CA" sz="2000" dirty="0"/>
              <a:t>6. "I Gotcha" Joe Tex </a:t>
            </a:r>
          </a:p>
          <a:p>
            <a:r>
              <a:rPr lang="en-CA" sz="2000" dirty="0"/>
              <a:t>7. "Lean on Me" Bill Withers </a:t>
            </a:r>
          </a:p>
          <a:p>
            <a:r>
              <a:rPr lang="en-CA" sz="2000" dirty="0"/>
              <a:t>8. "Baby, Don't Get Hooked on Me" Mac Davis </a:t>
            </a:r>
          </a:p>
          <a:p>
            <a:r>
              <a:rPr lang="en-CA" sz="2000" dirty="0"/>
              <a:t>9. "Brand New Key" Melanie </a:t>
            </a:r>
          </a:p>
          <a:p>
            <a:r>
              <a:rPr lang="en-CA" sz="2000" dirty="0"/>
              <a:t>10. "Daddy Don't You Walk So Fast" Wayne Newton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CC8E85-A69F-7BA0-A425-3FDC1560E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61" y="1429431"/>
            <a:ext cx="4963181" cy="496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50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8ADF-F16C-61B6-20FE-BE39D71E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TV Series of 1972</a:t>
            </a:r>
          </a:p>
        </p:txBody>
      </p:sp>
    </p:spTree>
    <p:extLst>
      <p:ext uri="{BB962C8B-B14F-4D97-AF65-F5344CB8AC3E}">
        <p14:creationId xmlns:p14="http://schemas.microsoft.com/office/powerpoint/2010/main" val="3710380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D707-1661-E7E8-06CD-F486D97E3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9330-8F09-60B0-0AEE-81BF2F5C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TV Series of 1972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4D935-BA9D-8FE0-2D63-7A72F03D481B}"/>
              </a:ext>
            </a:extLst>
          </p:cNvPr>
          <p:cNvSpPr txBox="1"/>
          <p:nvPr/>
        </p:nvSpPr>
        <p:spPr>
          <a:xfrm>
            <a:off x="5932715" y="1690688"/>
            <a:ext cx="542108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/>
              <a:t>1. All in the Family</a:t>
            </a:r>
            <a:br>
              <a:rPr lang="en-CA" sz="2400" dirty="0"/>
            </a:br>
            <a:r>
              <a:rPr lang="en-CA" sz="2400" dirty="0"/>
              <a:t>2. Sanford and Son</a:t>
            </a:r>
            <a:br>
              <a:rPr lang="en-CA" sz="2400" dirty="0"/>
            </a:br>
            <a:r>
              <a:rPr lang="en-CA" sz="2400" dirty="0"/>
              <a:t>3. Hawaii Five-O</a:t>
            </a:r>
            <a:br>
              <a:rPr lang="en-CA" sz="2400" dirty="0"/>
            </a:br>
            <a:r>
              <a:rPr lang="en-CA" sz="2400" dirty="0"/>
              <a:t>4. Maude</a:t>
            </a:r>
            <a:br>
              <a:rPr lang="en-CA" sz="2400" dirty="0"/>
            </a:br>
            <a:r>
              <a:rPr lang="en-CA" sz="2400" dirty="0"/>
              <a:t>5. Bridget Loves Bernie</a:t>
            </a:r>
            <a:br>
              <a:rPr lang="en-CA" sz="2400" dirty="0"/>
            </a:br>
            <a:r>
              <a:rPr lang="en-CA" sz="2400" dirty="0"/>
              <a:t>6. The NBC Sunday Mystery Movie</a:t>
            </a:r>
            <a:br>
              <a:rPr lang="en-CA" sz="2400" dirty="0"/>
            </a:br>
            <a:r>
              <a:rPr lang="en-CA" sz="2400" dirty="0"/>
              <a:t>7. The Mary Tyler Moore Show</a:t>
            </a:r>
            <a:br>
              <a:rPr lang="en-CA" sz="2400" dirty="0"/>
            </a:br>
            <a:r>
              <a:rPr lang="en-CA" sz="2400" dirty="0"/>
              <a:t>8. Gunsmoke</a:t>
            </a:r>
            <a:br>
              <a:rPr lang="en-CA" sz="2400" dirty="0"/>
            </a:br>
            <a:r>
              <a:rPr lang="en-CA" sz="2400" dirty="0"/>
              <a:t>9. The Wonderful World of Disney</a:t>
            </a:r>
            <a:br>
              <a:rPr lang="en-CA" sz="2400" dirty="0"/>
            </a:br>
            <a:r>
              <a:rPr lang="en-CA" sz="2400" dirty="0"/>
              <a:t>10. Ironside</a:t>
            </a:r>
            <a:endParaRPr lang="en-US" sz="2400" dirty="0"/>
          </a:p>
        </p:txBody>
      </p:sp>
      <p:pic>
        <p:nvPicPr>
          <p:cNvPr id="3" name="Picture 2" descr="All in the Family (TV Series 1971–1979) - IMDb">
            <a:extLst>
              <a:ext uri="{FF2B5EF4-FFF2-40B4-BE49-F238E27FC236}">
                <a16:creationId xmlns:a16="http://schemas.microsoft.com/office/drawing/2014/main" id="{98D5FF4F-4B15-9078-1913-27A7126B9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482" y="1446285"/>
            <a:ext cx="3557467" cy="524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426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B8A65-BFCD-20AD-8AE4-29409122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1972 Most Popular Video Game</a:t>
            </a:r>
          </a:p>
        </p:txBody>
      </p:sp>
    </p:spTree>
    <p:extLst>
      <p:ext uri="{BB962C8B-B14F-4D97-AF65-F5344CB8AC3E}">
        <p14:creationId xmlns:p14="http://schemas.microsoft.com/office/powerpoint/2010/main" val="1790862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1E068-36AD-5E6D-F656-145EDB9E8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01E54-24BF-222D-12B6-043679951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1972 Most Popular Video Game</a:t>
            </a:r>
          </a:p>
        </p:txBody>
      </p:sp>
      <p:pic>
        <p:nvPicPr>
          <p:cNvPr id="6" name="Picture 5" descr="A vertical wooden structure with a visual display unit embedded in the front side.">
            <a:extLst>
              <a:ext uri="{FF2B5EF4-FFF2-40B4-BE49-F238E27FC236}">
                <a16:creationId xmlns:a16="http://schemas.microsoft.com/office/drawing/2014/main" id="{9DA14B64-1E04-FB2B-4C98-A021A4514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052" y="1511021"/>
            <a:ext cx="3130942" cy="5147268"/>
          </a:xfrm>
          <a:prstGeom prst="rect">
            <a:avLst/>
          </a:prstGeom>
        </p:spPr>
      </p:pic>
      <p:pic>
        <p:nvPicPr>
          <p:cNvPr id="7" name="Picture 6" descr="the video game is a representation of a game of table tennis.">
            <a:extLst>
              <a:ext uri="{FF2B5EF4-FFF2-40B4-BE49-F238E27FC236}">
                <a16:creationId xmlns:a16="http://schemas.microsoft.com/office/drawing/2014/main" id="{D692C24A-965B-5AC0-126D-5FE106C89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293" y="1534953"/>
            <a:ext cx="6120655" cy="499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84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1E91-D720-B5B8-BBB5-88306D58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Prolog Major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6E4DF-67DF-3720-EFD8-AFF37F430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Declarative programming 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You describe the problem, not describe the computational steps to solve it.</a:t>
            </a:r>
          </a:p>
          <a:p>
            <a:pPr marL="0" indent="0">
              <a:buNone/>
            </a:pPr>
            <a:r>
              <a:rPr lang="en-US" b="1" dirty="0"/>
              <a:t>Unification</a:t>
            </a:r>
          </a:p>
          <a:p>
            <a:pPr marL="457200" lvl="1" indent="0">
              <a:buNone/>
            </a:pPr>
            <a:r>
              <a:rPr lang="en-US" dirty="0"/>
              <a:t>General-purpose matching of expressions</a:t>
            </a:r>
          </a:p>
          <a:p>
            <a:pPr marL="457200" lvl="1" indent="0">
              <a:buNone/>
            </a:pPr>
            <a:r>
              <a:rPr lang="en-US" dirty="0"/>
              <a:t>Haskell had something similar, but not as powerful</a:t>
            </a:r>
          </a:p>
          <a:p>
            <a:pPr marL="0" indent="0">
              <a:buNone/>
            </a:pPr>
            <a:r>
              <a:rPr lang="en-US" b="1" dirty="0"/>
              <a:t>Automatic backtracking</a:t>
            </a:r>
          </a:p>
          <a:p>
            <a:pPr marL="457200" lvl="1" indent="0">
              <a:buNone/>
            </a:pPr>
            <a:r>
              <a:rPr lang="en-US" dirty="0"/>
              <a:t>Depth-first search is built-in, and Prolog can automatically try a new computational path after it reaches a dead-end.</a:t>
            </a:r>
          </a:p>
          <a:p>
            <a:pPr marL="0" indent="0">
              <a:buNone/>
            </a:pPr>
            <a:r>
              <a:rPr lang="en-US" b="1" dirty="0"/>
              <a:t>Recursion and list processing</a:t>
            </a:r>
          </a:p>
          <a:p>
            <a:pPr marL="457200" lvl="1" indent="0">
              <a:buNone/>
            </a:pPr>
            <a:r>
              <a:rPr lang="en-US" dirty="0"/>
              <a:t>Has good support for lists and no explicit loop structures.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114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DA0B5-C064-5070-A78F-49591CCB6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CE144-8975-1BBA-3E1E-0D3EA8E9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Prolog Major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9B0E3-B036-70FB-0206-AEDC1AE0E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Logical flavor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Uses ideas and terminology from first-order logic</a:t>
            </a:r>
          </a:p>
          <a:p>
            <a:pPr marL="0" indent="0">
              <a:buNone/>
            </a:pPr>
            <a:r>
              <a:rPr lang="en-US" b="1" dirty="0"/>
              <a:t>Symbolic AI applications</a:t>
            </a:r>
          </a:p>
          <a:p>
            <a:pPr marL="457200" lvl="1" indent="0">
              <a:buNone/>
            </a:pPr>
            <a:r>
              <a:rPr lang="en-US" dirty="0"/>
              <a:t>A popular language for programs that reason with facts and rules</a:t>
            </a:r>
          </a:p>
          <a:p>
            <a:pPr marL="457200" lvl="1" indent="0">
              <a:buNone/>
            </a:pPr>
            <a:r>
              <a:rPr lang="en-US" dirty="0"/>
              <a:t>	e.g. expert systems, question answering, theorem proving, planning, …</a:t>
            </a:r>
          </a:p>
          <a:p>
            <a:pPr marL="457200" lvl="1" indent="0">
              <a:buNone/>
            </a:pPr>
            <a:r>
              <a:rPr lang="en-US" dirty="0"/>
              <a:t>Support for natural language grammar rules in the form of Definite Clause Grammers (DCGs).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62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384</Words>
  <Application>Microsoft Macintosh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Prolog</vt:lpstr>
      <vt:lpstr>Prolog</vt:lpstr>
      <vt:lpstr>1972 Top Grossing Movie</vt:lpstr>
      <vt:lpstr>1972 Top Grossing Movie</vt:lpstr>
      <vt:lpstr>#1 Song of 1972</vt:lpstr>
      <vt:lpstr>#1 Song of 1972</vt:lpstr>
      <vt:lpstr>Top TV Series of 1972</vt:lpstr>
      <vt:lpstr>Top TV Series of 1972</vt:lpstr>
      <vt:lpstr>1972 Most Popular Video Game</vt:lpstr>
      <vt:lpstr>1972 Most Popular Video Game</vt:lpstr>
      <vt:lpstr>Prolog Major Features</vt:lpstr>
      <vt:lpstr>Prolog Major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2026-07-09T05:32:19Z</dcterms:created>
  <dcterms:modified xsi:type="dcterms:W3CDTF">2026-08-04T22:59:59Z</dcterms:modified>
</cp:coreProperties>
</file>