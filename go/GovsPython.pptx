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6C45-E51E-1403-8A7C-D2AC08C1C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83917-FA78-2F63-7026-7A5D5CCE8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FA1F-6873-AEA2-9AE3-A24F6E91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A3FE3-2495-1827-E385-A27F0F58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91C4-8C6D-D029-0A06-0C278B7D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4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2C98-BA5E-2FF3-212D-B9787D6B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14A1-3FFF-CAD6-2ECF-020E25D4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AA2B8-C373-11A6-2272-6F876DF1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25E2E-0F14-3A89-2B94-78BAAC0B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0D9E8-DC62-1C1C-92E7-05298954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7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AC99-DB69-4172-C7E3-D4CC2F85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3D52D-489C-57A2-90F8-7AFE7126C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9C0BF-A50D-78FB-595D-33CE4142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1A035-2712-6A72-489B-B11689281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CBC4C-7231-5829-51D8-1A50A9C5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5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7236-C76E-B537-1F88-D749AA03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E7D0E-EC69-C071-E44E-9694119F6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4AA17-7F0F-E251-B1F9-755DA5204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867E5-DAFA-AE09-CDD5-256DF5C4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329C5-E9E9-E678-BF6B-ADFBE48B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06F9E-8F66-9961-AE1C-77223C9C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9C7F-5765-99EF-F6E7-53BFDBDC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74031-0A8C-279E-AD80-425DD5547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2E35C-03C0-D1F1-9B9E-FDF7B324D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65BBA-0FFB-C1E0-012E-B1B97607E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8EB9D-569D-6692-446E-76A8208FA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50816-4AC6-6596-5FED-E08D481CA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21134-7F82-061F-5792-AFB2057B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C0A12-B841-8BDE-E8C3-8EA8B1EE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678F-8F07-7C0C-DC00-34498FB8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8D784-E065-43F0-4418-6CACB83B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03B8C-A934-C224-C231-CBC0EE76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B9486-1BEA-CE52-7F6F-6A3466C9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0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243D2-B8D2-C379-C6E3-EC34BA9C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37DD9-AC9A-75D5-B661-2091B58D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72FA7-2519-2DC8-4B65-AB26C454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8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97C9-ED2E-FE58-BFE5-30665D7F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ED037-0576-A08C-FA4A-300BFC55A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35DF1-18EE-9BD3-CCA4-96C224942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69F74-9D4E-F959-0420-E439C33DD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F5760-B929-CE9B-C408-F07C6DCC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B5260-4809-AD7B-A1D9-3045CB6C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73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DB41-9CEA-BCE9-1EC6-AE4D51841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52AC6-D568-DDCD-FD38-7CCC2D39E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8B0FB-7FFA-787D-2108-716EE42CB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DD622-C353-C227-A06C-97E3365B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49C00-D191-CD62-510F-816138F7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1BF78-8A7B-A5A6-BB9E-B055C3B5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6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BC80-F30C-4D9E-A270-BD54C5CB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2BE2B-5468-D353-C42D-CBF62045C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242F-A411-A95D-ED37-75329113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D14EE-7947-6DFB-1336-AC640D90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C6C5D-E010-75D9-06A0-746D842D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1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63802-56C8-78D9-56DC-3A6737FBA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392B9-49E4-7715-2B21-3DF8E709B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90AC6-01EC-1D91-705E-701F0F64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8FDBC-8823-9752-8494-1CBF6B91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D3DC9-6A29-72F8-E312-E8982D0D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86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ED811-1C65-8ED9-1404-D818596B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2837B-36AD-1503-7378-8CDD39964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A6DF6-7029-1A2E-0D07-883642353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E40C0-8179-2C4E-9691-A34E00A224A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1B2A1-3557-0E88-DF86-3720B50B0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8B41D-7736-4F7E-65D9-241A33E40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1859A-AFC0-A74A-A716-4733A297A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3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2D78-98AD-B5A6-4536-4B337C01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98B3-B156-DD0E-05F0-E3DE24BBC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def f(x):</a:t>
            </a:r>
            <a:br>
              <a:rPr lang="en-US" sz="5400" dirty="0"/>
            </a:br>
            <a:r>
              <a:rPr lang="en-US" sz="5400" dirty="0"/>
              <a:t>   x(x)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D2C1F-7BC2-2C2D-CDB7-1A0ED0E26064}"/>
              </a:ext>
            </a:extLst>
          </p:cNvPr>
          <p:cNvSpPr txBox="1"/>
          <p:nvPr/>
        </p:nvSpPr>
        <p:spPr>
          <a:xfrm>
            <a:off x="4320791" y="1825625"/>
            <a:ext cx="2642717" cy="1569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Find some value a such that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f(a)</a:t>
            </a:r>
            <a:r>
              <a:rPr lang="en-US" sz="2400" dirty="0"/>
              <a:t> returns without crashing.</a:t>
            </a:r>
          </a:p>
        </p:txBody>
      </p:sp>
    </p:spTree>
    <p:extLst>
      <p:ext uri="{BB962C8B-B14F-4D97-AF65-F5344CB8AC3E}">
        <p14:creationId xmlns:p14="http://schemas.microsoft.com/office/powerpoint/2010/main" val="49027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060442-FE85-8596-6AA8-D02409DF0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599" y="-291402"/>
            <a:ext cx="1171471" cy="1325563"/>
          </a:xfrm>
        </p:spPr>
        <p:txBody>
          <a:bodyPr/>
          <a:lstStyle/>
          <a:p>
            <a:r>
              <a:rPr lang="en-US" dirty="0"/>
              <a:t>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3FDBA3-8340-CB7D-C8AE-CDEB8F262A93}"/>
              </a:ext>
            </a:extLst>
          </p:cNvPr>
          <p:cNvSpPr txBox="1"/>
          <p:nvPr/>
        </p:nvSpPr>
        <p:spPr>
          <a:xfrm>
            <a:off x="556845" y="904243"/>
            <a:ext cx="60993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fibgen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chan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int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:= make(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chan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int)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go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a, b := 1, 1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for { // infinite loop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&lt;- a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	a, b = b,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}() // note the (): function call!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ch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TestFib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nextFib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:=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fibgen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for range 10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fmt.Println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(&lt;-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nextFib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26EF6-37C8-70CB-9DDA-EA59F1337353}"/>
              </a:ext>
            </a:extLst>
          </p:cNvPr>
          <p:cNvSpPr txBox="1"/>
          <p:nvPr/>
        </p:nvSpPr>
        <p:spPr>
          <a:xfrm>
            <a:off x="8054592" y="1034161"/>
            <a:ext cx="358056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fibgen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a, b = 1, 1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while True: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yield a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a, b = b, a + b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testFib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fib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fibgen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for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in range(10):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print(next(fib))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BB17D32-925F-7652-6701-D01D1C1C176A}"/>
              </a:ext>
            </a:extLst>
          </p:cNvPr>
          <p:cNvSpPr txBox="1">
            <a:spLocks/>
          </p:cNvSpPr>
          <p:nvPr/>
        </p:nvSpPr>
        <p:spPr>
          <a:xfrm>
            <a:off x="8054592" y="-291402"/>
            <a:ext cx="20029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238995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174</Words>
  <Application>Microsoft Macintosh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Python Challenge</vt:lpstr>
      <vt:lpstr>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2026-06-11T21:49:06Z</dcterms:created>
  <dcterms:modified xsi:type="dcterms:W3CDTF">2026-06-12T03:29:54Z</dcterms:modified>
</cp:coreProperties>
</file>